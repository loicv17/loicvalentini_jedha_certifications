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2634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5F915E-14A1-A8C6-AECD-23D22A837D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0ABB29D-048B-2666-E28C-63720E3C14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660A301-3BAF-92F5-3DF4-1D3F9985D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06B2C-3CAE-4EA5-9F5D-D2B76FE68327}" type="datetimeFigureOut">
              <a:rPr lang="fr-FR" smtClean="0"/>
              <a:t>18/05/2025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91F1883-B26C-04A8-E3F8-F1063C44E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0604D9-518D-912A-8A95-56B4726F7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6746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33A3B7-59FA-D636-D728-59C93D9DB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DE5192-AB9B-3E46-3471-6011BBBC9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A75D85E-3002-1E68-6C41-525180C23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06B2C-3CAE-4EA5-9F5D-D2B76FE68327}" type="datetimeFigureOut">
              <a:rPr lang="fr-FR" smtClean="0"/>
              <a:t>18/05/2025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A7E1B3C-EF1D-78F8-F791-3D24D4B53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8DE61E-B3B3-AE20-F36B-1211F8D93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4142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341235-3FAA-A02C-20EC-ADAAF44CC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662FAA8-A084-47D4-C724-85D671748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CCBFC70-A1BA-B2BC-E4A3-E83941CF5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06B2C-3CAE-4EA5-9F5D-D2B76FE68327}" type="datetimeFigureOut">
              <a:rPr lang="fr-FR" smtClean="0"/>
              <a:t>18/05/2025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02B18C-2B68-C696-F2E7-A0EC1CAC8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98B58CC-A8D3-9D28-949C-E2F425FE5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7078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669870-03E0-B489-3146-0DD9A5AE1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D28E3D-F3A4-B300-C767-32EC014909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5B8D74C-E664-FF23-4316-13D7758C9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9BF863-D2DA-E6FA-FE03-92D6BDF59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06B2C-3CAE-4EA5-9F5D-D2B76FE68327}" type="datetimeFigureOut">
              <a:rPr lang="fr-FR" smtClean="0"/>
              <a:t>18/05/2025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87141F7-771B-C472-1971-6F5E4F114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0C6F2C9-FA36-A694-294F-75EDD38B6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6627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52B77E-C350-BB6F-AEAA-A27ED4BA0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B476AB5-637A-C0A3-D36C-F634FAEF0B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2515AD9-D1A5-0588-4A72-4CDFF6D6E2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810A8BC-B1BF-2A2F-A1B2-E02AA11A3C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FCB0C38-B6DE-638E-0E79-EB330318E3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C659D4D-58D8-C1F3-6E06-06BABF831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06B2C-3CAE-4EA5-9F5D-D2B76FE68327}" type="datetimeFigureOut">
              <a:rPr lang="fr-FR" smtClean="0"/>
              <a:t>18/05/2025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A303E0F-C0A3-7CB5-BC48-C8705AF27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10A1534-EAB4-7862-6EC3-9F1B51D90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3434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4D8FFF-89B5-952E-051B-E1E967773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502DE16-6ECD-3D2D-3AFE-8E5484D15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06B2C-3CAE-4EA5-9F5D-D2B76FE68327}" type="datetimeFigureOut">
              <a:rPr lang="fr-FR" smtClean="0"/>
              <a:t>18/05/2025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06E1146-6A62-34E7-6883-28A8550EE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927CD0F-6E69-D6F9-4F83-9E0CC5B97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5411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22B2E6A-D46E-829C-AFFC-9CF8A5A1F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06B2C-3CAE-4EA5-9F5D-D2B76FE68327}" type="datetimeFigureOut">
              <a:rPr lang="fr-FR" smtClean="0"/>
              <a:t>18/05/2025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FD77778-8AB2-A420-51C7-AD6FC4A6F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70F25D9-7A72-A450-2B15-99E88D8C8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5239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1439D8-8AA2-1E17-BDC9-821A3D2CD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B877BB0-6F62-D847-A319-1ABCDF3F7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89E340A-B1EA-61BB-DF87-DC9B5488C9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34102A2-AEF2-68CF-41E6-A2ECADE5D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06B2C-3CAE-4EA5-9F5D-D2B76FE68327}" type="datetimeFigureOut">
              <a:rPr lang="fr-FR" smtClean="0"/>
              <a:t>18/05/2025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9C4B215-1558-29DA-F911-F01022908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5ED257F-6EA7-11CE-B200-8B1F84CA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6355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8335B6-A23B-C039-5227-2C84B7404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CC3948C-ADDD-5508-BF94-8F7943CAB1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A3CC504-C17B-55B2-4B36-46B86B7624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B64D0CC-D855-991D-A8E8-154453397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06B2C-3CAE-4EA5-9F5D-D2B76FE68327}" type="datetimeFigureOut">
              <a:rPr lang="fr-FR" smtClean="0"/>
              <a:t>18/05/2025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B0FC709-B08F-1198-A05A-A3A08F36F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DD3AB8F-C105-6D05-F24F-E1FB22FFE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1000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9BAA35-8083-7454-8FBB-EFFE87CA4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0AA7DB0-78D7-57BF-D68D-DC94917C54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955490-333C-B380-AF5A-045552C37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06B2C-3CAE-4EA5-9F5D-D2B76FE68327}" type="datetimeFigureOut">
              <a:rPr lang="fr-FR" smtClean="0"/>
              <a:t>18/05/2025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59F5F67-64EE-432B-6E87-152B09651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EB8A1F8-1F07-CD4E-ABA4-D80D275C5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7176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FE2AD27-3977-6E9F-C19C-7E400D2904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3B01797-D3D3-76CE-4A53-B741D58D32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BC4C48F-34EF-1E31-6C54-3BE488A05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06B2C-3CAE-4EA5-9F5D-D2B76FE68327}" type="datetimeFigureOut">
              <a:rPr lang="fr-FR" smtClean="0"/>
              <a:t>18/05/2025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4F890FA-8A73-3077-D3E9-5F64C29B9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1A52F4-A1B8-E29C-9E44-8D37D9E6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0651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6E05967-AFCF-2C2C-27F1-C41308296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B7DF904-171E-3FFC-8DB2-9315F13D39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9271CCD-986E-E6B5-3923-A02BF4D8BF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006B2C-3CAE-4EA5-9F5D-D2B76FE68327}" type="datetimeFigureOut">
              <a:rPr lang="fr-FR" smtClean="0"/>
              <a:t>18/05/2025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C0ECE1E-D7BC-A60C-1205-1FE19ACD36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A7DBB03-D705-2E21-93ED-6ED12C7C94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5102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19B64958-A94E-3082-E6A1-5BD49869E165}"/>
              </a:ext>
            </a:extLst>
          </p:cNvPr>
          <p:cNvSpPr/>
          <p:nvPr/>
        </p:nvSpPr>
        <p:spPr>
          <a:xfrm>
            <a:off x="6096000" y="3510469"/>
            <a:ext cx="7073900" cy="419660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0F162917-FA4B-824B-A7EB-24A87FF935C6}"/>
              </a:ext>
            </a:extLst>
          </p:cNvPr>
          <p:cNvSpPr/>
          <p:nvPr/>
        </p:nvSpPr>
        <p:spPr>
          <a:xfrm>
            <a:off x="6083946" y="-690087"/>
            <a:ext cx="7073900" cy="419660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7D8C01F7-3320-A992-F50E-7DF88286AB39}"/>
              </a:ext>
            </a:extLst>
          </p:cNvPr>
          <p:cNvSpPr/>
          <p:nvPr/>
        </p:nvSpPr>
        <p:spPr>
          <a:xfrm>
            <a:off x="-977900" y="3480363"/>
            <a:ext cx="7073900" cy="419660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AC76F097-BDE6-22D5-9207-141A0D12B108}"/>
              </a:ext>
            </a:extLst>
          </p:cNvPr>
          <p:cNvSpPr/>
          <p:nvPr/>
        </p:nvSpPr>
        <p:spPr>
          <a:xfrm>
            <a:off x="-977900" y="-704850"/>
            <a:ext cx="7073900" cy="419660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FBBF0187-3782-DD68-6886-37CAA740B228}"/>
              </a:ext>
            </a:extLst>
          </p:cNvPr>
          <p:cNvSpPr/>
          <p:nvPr/>
        </p:nvSpPr>
        <p:spPr>
          <a:xfrm>
            <a:off x="4743272" y="2167834"/>
            <a:ext cx="2927931" cy="2544900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1FCF6BC-7BFB-AD24-A4E0-CE84C4A3A2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8629" y="3073209"/>
            <a:ext cx="1898666" cy="734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hy we Invested in Neon - M12">
            <a:extLst>
              <a:ext uri="{FF2B5EF4-FFF2-40B4-BE49-F238E27FC236}">
                <a16:creationId xmlns:a16="http://schemas.microsoft.com/office/drawing/2014/main" id="{FC354FBA-6247-189D-8F65-B7CFD3D64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4227" y="5156267"/>
            <a:ext cx="1165278" cy="494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pi - Icônes ui gratuites">
            <a:extLst>
              <a:ext uri="{FF2B5EF4-FFF2-40B4-BE49-F238E27FC236}">
                <a16:creationId xmlns:a16="http://schemas.microsoft.com/office/drawing/2014/main" id="{E0729101-BC7F-6237-F3B9-6B817300E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4862" y="1200737"/>
            <a:ext cx="986115" cy="986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C41A3D41-7F0F-4EE4-EB94-491C92911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9707" y="4120980"/>
            <a:ext cx="1134187" cy="611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MLflow — a modern MLOps tool for data project collaboration | by Hong  Nguyen | SFU Professional Computer Science | Medium">
            <a:extLst>
              <a:ext uri="{FF2B5EF4-FFF2-40B4-BE49-F238E27FC236}">
                <a16:creationId xmlns:a16="http://schemas.microsoft.com/office/drawing/2014/main" id="{D87E8C90-475C-B99C-8FE4-F8A325D63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8345" y="4781611"/>
            <a:ext cx="1242732" cy="480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>
            <a:extLst>
              <a:ext uri="{FF2B5EF4-FFF2-40B4-BE49-F238E27FC236}">
                <a16:creationId xmlns:a16="http://schemas.microsoft.com/office/drawing/2014/main" id="{C5DA6877-52A7-E732-DB07-822F811F7C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0858" y="733830"/>
            <a:ext cx="731388" cy="731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>
            <a:extLst>
              <a:ext uri="{FF2B5EF4-FFF2-40B4-BE49-F238E27FC236}">
                <a16:creationId xmlns:a16="http://schemas.microsoft.com/office/drawing/2014/main" id="{679386F7-740E-1933-9FD7-25B4ED2556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1742" y="2134433"/>
            <a:ext cx="1250236" cy="731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A43DF3AC-3FC9-298E-2F4F-D19454F9CB1D}"/>
              </a:ext>
            </a:extLst>
          </p:cNvPr>
          <p:cNvSpPr txBox="1"/>
          <p:nvPr/>
        </p:nvSpPr>
        <p:spPr>
          <a:xfrm>
            <a:off x="79769" y="1442362"/>
            <a:ext cx="24462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b="1" i="1" dirty="0" err="1"/>
              <a:t>History</a:t>
            </a:r>
            <a:r>
              <a:rPr lang="fr-FR" sz="1100" b="1" i="1" dirty="0"/>
              <a:t> </a:t>
            </a:r>
            <a:r>
              <a:rPr lang="fr-FR" sz="1100" b="1" i="1" dirty="0" err="1"/>
              <a:t>database</a:t>
            </a:r>
            <a:endParaRPr lang="fr-FR" sz="1100" b="1" i="1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2FE09CD-C582-E190-90D9-2C79F0C8B316}"/>
              </a:ext>
            </a:extLst>
          </p:cNvPr>
          <p:cNvSpPr txBox="1"/>
          <p:nvPr/>
        </p:nvSpPr>
        <p:spPr>
          <a:xfrm>
            <a:off x="2631879" y="837914"/>
            <a:ext cx="24462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b="1" i="1" dirty="0"/>
              <a:t>Real-Time API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83BBBA1-175A-C1C2-5136-6D2F80A94A3F}"/>
              </a:ext>
            </a:extLst>
          </p:cNvPr>
          <p:cNvSpPr txBox="1"/>
          <p:nvPr/>
        </p:nvSpPr>
        <p:spPr>
          <a:xfrm>
            <a:off x="79769" y="231064"/>
            <a:ext cx="24462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u="sng" dirty="0">
                <a:solidFill>
                  <a:srgbClr val="FF0000"/>
                </a:solidFill>
              </a:rPr>
              <a:t>Data Sources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C23B9D5-3C57-2FCE-E322-E4963F6B7824}"/>
              </a:ext>
            </a:extLst>
          </p:cNvPr>
          <p:cNvSpPr txBox="1"/>
          <p:nvPr/>
        </p:nvSpPr>
        <p:spPr>
          <a:xfrm>
            <a:off x="142759" y="6023261"/>
            <a:ext cx="24462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u="sng" dirty="0">
                <a:solidFill>
                  <a:srgbClr val="FF0000"/>
                </a:solidFill>
              </a:rPr>
              <a:t>Machine Learning</a:t>
            </a:r>
          </a:p>
        </p:txBody>
      </p:sp>
      <p:pic>
        <p:nvPicPr>
          <p:cNvPr id="1056" name="Picture 32" descr="Database Icons - Free SVG &amp; PNG Database Images - Noun Project">
            <a:extLst>
              <a:ext uri="{FF2B5EF4-FFF2-40B4-BE49-F238E27FC236}">
                <a16:creationId xmlns:a16="http://schemas.microsoft.com/office/drawing/2014/main" id="{1047CF3E-64AA-B9F0-EF27-25DDCD54CF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879" y="1771487"/>
            <a:ext cx="986116" cy="986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 descr="Machine Learning Icon - Free Download Science &amp; Technology Icons | IconScout">
            <a:extLst>
              <a:ext uri="{FF2B5EF4-FFF2-40B4-BE49-F238E27FC236}">
                <a16:creationId xmlns:a16="http://schemas.microsoft.com/office/drawing/2014/main" id="{C85F6B9E-E947-982A-3B3C-D874575A3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460947" y="4217717"/>
            <a:ext cx="137352" cy="137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8" name="Picture 44" descr="Python logo - Icônes Médias sociaux et logos">
            <a:extLst>
              <a:ext uri="{FF2B5EF4-FFF2-40B4-BE49-F238E27FC236}">
                <a16:creationId xmlns:a16="http://schemas.microsoft.com/office/drawing/2014/main" id="{787C8B72-916D-2ABF-0357-C8B8100770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5314" y="3948425"/>
            <a:ext cx="463647" cy="463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55F13B9B-66FD-B63A-4CD1-8EC8538B7019}"/>
              </a:ext>
            </a:extLst>
          </p:cNvPr>
          <p:cNvSpPr txBox="1"/>
          <p:nvPr/>
        </p:nvSpPr>
        <p:spPr>
          <a:xfrm>
            <a:off x="11559339" y="253684"/>
            <a:ext cx="24462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u="sng" dirty="0">
                <a:solidFill>
                  <a:srgbClr val="FF0000"/>
                </a:solidFill>
              </a:rPr>
              <a:t>User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28EFA2C5-9436-42B5-E0FC-25289A01F5D7}"/>
              </a:ext>
            </a:extLst>
          </p:cNvPr>
          <p:cNvSpPr txBox="1"/>
          <p:nvPr/>
        </p:nvSpPr>
        <p:spPr>
          <a:xfrm>
            <a:off x="11382774" y="6026722"/>
            <a:ext cx="24462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u="sng" dirty="0">
                <a:solidFill>
                  <a:srgbClr val="FF0000"/>
                </a:solidFill>
              </a:rPr>
              <a:t>Storage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36BE535F-6CFD-DECB-C1A8-8C879F5C325E}"/>
              </a:ext>
            </a:extLst>
          </p:cNvPr>
          <p:cNvSpPr txBox="1"/>
          <p:nvPr/>
        </p:nvSpPr>
        <p:spPr>
          <a:xfrm>
            <a:off x="5087501" y="2622203"/>
            <a:ext cx="24462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u="sng" dirty="0">
                <a:solidFill>
                  <a:srgbClr val="FF0000"/>
                </a:solidFill>
              </a:rPr>
              <a:t>Workflow orchestration</a:t>
            </a:r>
          </a:p>
        </p:txBody>
      </p:sp>
      <p:pic>
        <p:nvPicPr>
          <p:cNvPr id="1070" name="Picture 46" descr="Machine learning model&quot; Icon - Download for free – Iconduck">
            <a:extLst>
              <a:ext uri="{FF2B5EF4-FFF2-40B4-BE49-F238E27FC236}">
                <a16:creationId xmlns:a16="http://schemas.microsoft.com/office/drawing/2014/main" id="{ADE9EFAB-9C79-0FE8-5A99-DADA44CC5F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921" y="5088826"/>
            <a:ext cx="921615" cy="921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ZoneTexte 34">
            <a:extLst>
              <a:ext uri="{FF2B5EF4-FFF2-40B4-BE49-F238E27FC236}">
                <a16:creationId xmlns:a16="http://schemas.microsoft.com/office/drawing/2014/main" id="{DC7B7B57-F41A-F651-86C3-805798669547}"/>
              </a:ext>
            </a:extLst>
          </p:cNvPr>
          <p:cNvSpPr txBox="1"/>
          <p:nvPr/>
        </p:nvSpPr>
        <p:spPr>
          <a:xfrm>
            <a:off x="2693904" y="5459512"/>
            <a:ext cx="244623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i="1" dirty="0" err="1"/>
              <a:t>Performed</a:t>
            </a:r>
            <a:r>
              <a:rPr lang="fr-FR" sz="1100" b="1" i="1" dirty="0"/>
              <a:t> on </a:t>
            </a:r>
            <a:r>
              <a:rPr lang="fr-FR" sz="1100" b="1" i="1" dirty="0" err="1"/>
              <a:t>scikit-learn</a:t>
            </a:r>
            <a:br>
              <a:rPr lang="fr-FR" sz="1100" b="1" i="1" dirty="0"/>
            </a:br>
            <a:r>
              <a:rPr lang="fr-FR" sz="1100" b="1" i="1" dirty="0" err="1"/>
              <a:t>Tracked</a:t>
            </a:r>
            <a:r>
              <a:rPr lang="fr-FR" sz="1100" b="1" i="1" dirty="0"/>
              <a:t> on </a:t>
            </a:r>
            <a:r>
              <a:rPr lang="fr-FR" sz="1100" b="1" i="1" dirty="0" err="1"/>
              <a:t>Mlflow</a:t>
            </a:r>
            <a:endParaRPr lang="fr-FR" sz="1100" b="1" i="1" dirty="0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D3E5469D-F32C-8BE8-F13F-002C047683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4865" y="5015244"/>
            <a:ext cx="817841" cy="97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0" name="Picture 56">
            <a:extLst>
              <a:ext uri="{FF2B5EF4-FFF2-40B4-BE49-F238E27FC236}">
                <a16:creationId xmlns:a16="http://schemas.microsoft.com/office/drawing/2014/main" id="{22E30CB2-448C-FAB5-7FF3-57F2F9C677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1631" y="4275132"/>
            <a:ext cx="2052184" cy="547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 descr="Fraud detection - Free business and finance icons">
            <a:extLst>
              <a:ext uri="{FF2B5EF4-FFF2-40B4-BE49-F238E27FC236}">
                <a16:creationId xmlns:a16="http://schemas.microsoft.com/office/drawing/2014/main" id="{0679B57B-6262-9482-DA1C-57242BC067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2394" y="1391127"/>
            <a:ext cx="914586" cy="914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04F2E30A-197C-C8FF-1779-FF4BFA75C4F5}"/>
              </a:ext>
            </a:extLst>
          </p:cNvPr>
          <p:cNvCxnSpPr>
            <a:cxnSpLocks/>
          </p:cNvCxnSpPr>
          <p:nvPr/>
        </p:nvCxnSpPr>
        <p:spPr>
          <a:xfrm>
            <a:off x="3936745" y="1881438"/>
            <a:ext cx="948717" cy="8170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9FD35E68-3A49-6DEB-A70D-3AC4DBD1C5F9}"/>
              </a:ext>
            </a:extLst>
          </p:cNvPr>
          <p:cNvCxnSpPr>
            <a:cxnSpLocks/>
          </p:cNvCxnSpPr>
          <p:nvPr/>
        </p:nvCxnSpPr>
        <p:spPr>
          <a:xfrm>
            <a:off x="1245140" y="2698449"/>
            <a:ext cx="1516204" cy="14225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avec flèche 42">
            <a:extLst>
              <a:ext uri="{FF2B5EF4-FFF2-40B4-BE49-F238E27FC236}">
                <a16:creationId xmlns:a16="http://schemas.microsoft.com/office/drawing/2014/main" id="{38B47C95-B0C3-22A2-F990-10176E5ABF06}"/>
              </a:ext>
            </a:extLst>
          </p:cNvPr>
          <p:cNvCxnSpPr>
            <a:cxnSpLocks/>
          </p:cNvCxnSpPr>
          <p:nvPr/>
        </p:nvCxnSpPr>
        <p:spPr>
          <a:xfrm>
            <a:off x="5045533" y="5148274"/>
            <a:ext cx="1931412" cy="3112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avec flèche 44">
            <a:extLst>
              <a:ext uri="{FF2B5EF4-FFF2-40B4-BE49-F238E27FC236}">
                <a16:creationId xmlns:a16="http://schemas.microsoft.com/office/drawing/2014/main" id="{25E08704-2F4C-EA8A-CCCD-C82911362BFD}"/>
              </a:ext>
            </a:extLst>
          </p:cNvPr>
          <p:cNvCxnSpPr>
            <a:cxnSpLocks/>
          </p:cNvCxnSpPr>
          <p:nvPr/>
        </p:nvCxnSpPr>
        <p:spPr>
          <a:xfrm>
            <a:off x="6923371" y="4681221"/>
            <a:ext cx="229538" cy="3103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avec flèche 48">
            <a:extLst>
              <a:ext uri="{FF2B5EF4-FFF2-40B4-BE49-F238E27FC236}">
                <a16:creationId xmlns:a16="http://schemas.microsoft.com/office/drawing/2014/main" id="{808740E2-D960-5D5E-DCFB-792FD4E0D93D}"/>
              </a:ext>
            </a:extLst>
          </p:cNvPr>
          <p:cNvCxnSpPr>
            <a:cxnSpLocks/>
          </p:cNvCxnSpPr>
          <p:nvPr/>
        </p:nvCxnSpPr>
        <p:spPr>
          <a:xfrm>
            <a:off x="7692652" y="4093802"/>
            <a:ext cx="881670" cy="9278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avec flèche 50">
            <a:extLst>
              <a:ext uri="{FF2B5EF4-FFF2-40B4-BE49-F238E27FC236}">
                <a16:creationId xmlns:a16="http://schemas.microsoft.com/office/drawing/2014/main" id="{4347B41C-D9B5-8592-957D-643A87D93228}"/>
              </a:ext>
            </a:extLst>
          </p:cNvPr>
          <p:cNvCxnSpPr>
            <a:cxnSpLocks/>
          </p:cNvCxnSpPr>
          <p:nvPr/>
        </p:nvCxnSpPr>
        <p:spPr>
          <a:xfrm flipV="1">
            <a:off x="7529232" y="2004753"/>
            <a:ext cx="805500" cy="617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ZoneTexte 53">
            <a:extLst>
              <a:ext uri="{FF2B5EF4-FFF2-40B4-BE49-F238E27FC236}">
                <a16:creationId xmlns:a16="http://schemas.microsoft.com/office/drawing/2014/main" id="{0A6CA2BD-D2AC-D0E8-B396-ED646079321C}"/>
              </a:ext>
            </a:extLst>
          </p:cNvPr>
          <p:cNvSpPr txBox="1"/>
          <p:nvPr/>
        </p:nvSpPr>
        <p:spPr>
          <a:xfrm>
            <a:off x="8233033" y="1021470"/>
            <a:ext cx="24462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b="1" i="1" dirty="0" err="1"/>
              <a:t>Fraud</a:t>
            </a:r>
            <a:r>
              <a:rPr lang="fr-FR" sz="1100" b="1" i="1" dirty="0"/>
              <a:t> </a:t>
            </a:r>
            <a:r>
              <a:rPr lang="fr-FR" sz="1100" b="1" i="1" dirty="0" err="1"/>
              <a:t>Detection</a:t>
            </a:r>
            <a:endParaRPr lang="fr-FR" sz="1100" b="1" i="1" dirty="0"/>
          </a:p>
        </p:txBody>
      </p:sp>
      <p:cxnSp>
        <p:nvCxnSpPr>
          <p:cNvPr id="56" name="Connecteur droit avec flèche 55">
            <a:extLst>
              <a:ext uri="{FF2B5EF4-FFF2-40B4-BE49-F238E27FC236}">
                <a16:creationId xmlns:a16="http://schemas.microsoft.com/office/drawing/2014/main" id="{EBE70E25-0E2B-9BF8-C077-AB5FE7441AF2}"/>
              </a:ext>
            </a:extLst>
          </p:cNvPr>
          <p:cNvCxnSpPr>
            <a:cxnSpLocks/>
            <a:stCxn id="1082" idx="2"/>
          </p:cNvCxnSpPr>
          <p:nvPr/>
        </p:nvCxnSpPr>
        <p:spPr>
          <a:xfrm>
            <a:off x="8869687" y="2305713"/>
            <a:ext cx="277280" cy="26936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avec flèche 58">
            <a:extLst>
              <a:ext uri="{FF2B5EF4-FFF2-40B4-BE49-F238E27FC236}">
                <a16:creationId xmlns:a16="http://schemas.microsoft.com/office/drawing/2014/main" id="{AF0CE495-ECC0-2EE0-12F5-5AEA131442ED}"/>
              </a:ext>
            </a:extLst>
          </p:cNvPr>
          <p:cNvCxnSpPr>
            <a:cxnSpLocks/>
          </p:cNvCxnSpPr>
          <p:nvPr/>
        </p:nvCxnSpPr>
        <p:spPr>
          <a:xfrm flipV="1">
            <a:off x="9404101" y="1152275"/>
            <a:ext cx="983326" cy="4530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ZoneTexte 60">
            <a:extLst>
              <a:ext uri="{FF2B5EF4-FFF2-40B4-BE49-F238E27FC236}">
                <a16:creationId xmlns:a16="http://schemas.microsoft.com/office/drawing/2014/main" id="{78D19A6A-F75C-7222-DE88-1129423D2618}"/>
              </a:ext>
            </a:extLst>
          </p:cNvPr>
          <p:cNvSpPr txBox="1"/>
          <p:nvPr/>
        </p:nvSpPr>
        <p:spPr>
          <a:xfrm>
            <a:off x="10622245" y="450557"/>
            <a:ext cx="24462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b="1" i="1" dirty="0"/>
              <a:t>Email</a:t>
            </a: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B4A9F40D-20FB-6925-5AED-006033B9120C}"/>
              </a:ext>
            </a:extLst>
          </p:cNvPr>
          <p:cNvSpPr txBox="1"/>
          <p:nvPr/>
        </p:nvSpPr>
        <p:spPr>
          <a:xfrm>
            <a:off x="10535554" y="1925242"/>
            <a:ext cx="24462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b="1" i="1" dirty="0"/>
              <a:t>Dashboard</a:t>
            </a:r>
          </a:p>
        </p:txBody>
      </p:sp>
      <p:cxnSp>
        <p:nvCxnSpPr>
          <p:cNvPr id="63" name="Connecteur droit avec flèche 62">
            <a:extLst>
              <a:ext uri="{FF2B5EF4-FFF2-40B4-BE49-F238E27FC236}">
                <a16:creationId xmlns:a16="http://schemas.microsoft.com/office/drawing/2014/main" id="{51FB5D6A-6CB7-1E32-3A08-20238CC61290}"/>
              </a:ext>
            </a:extLst>
          </p:cNvPr>
          <p:cNvCxnSpPr>
            <a:cxnSpLocks/>
          </p:cNvCxnSpPr>
          <p:nvPr/>
        </p:nvCxnSpPr>
        <p:spPr>
          <a:xfrm flipV="1">
            <a:off x="9950423" y="4871513"/>
            <a:ext cx="371319" cy="3048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5" name="Connecteur droit avec flèche 1034">
            <a:extLst>
              <a:ext uri="{FF2B5EF4-FFF2-40B4-BE49-F238E27FC236}">
                <a16:creationId xmlns:a16="http://schemas.microsoft.com/office/drawing/2014/main" id="{4BD791E0-0573-1889-A90B-FD2AA2FA7074}"/>
              </a:ext>
            </a:extLst>
          </p:cNvPr>
          <p:cNvCxnSpPr>
            <a:cxnSpLocks/>
          </p:cNvCxnSpPr>
          <p:nvPr/>
        </p:nvCxnSpPr>
        <p:spPr>
          <a:xfrm flipH="1" flipV="1">
            <a:off x="10975708" y="2929604"/>
            <a:ext cx="46331" cy="12461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7" name="ZoneTexte 1046">
            <a:extLst>
              <a:ext uri="{FF2B5EF4-FFF2-40B4-BE49-F238E27FC236}">
                <a16:creationId xmlns:a16="http://schemas.microsoft.com/office/drawing/2014/main" id="{9106F8B7-365C-031E-CC4D-4EF5BA9A70F8}"/>
              </a:ext>
            </a:extLst>
          </p:cNvPr>
          <p:cNvSpPr txBox="1"/>
          <p:nvPr/>
        </p:nvSpPr>
        <p:spPr>
          <a:xfrm>
            <a:off x="8242380" y="5807279"/>
            <a:ext cx="302986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i="1" dirty="0"/>
              <a:t>Amazon S3 : Model and </a:t>
            </a:r>
            <a:r>
              <a:rPr lang="fr-FR" sz="1100" b="1" i="1" dirty="0" err="1"/>
              <a:t>Tracking</a:t>
            </a:r>
            <a:endParaRPr lang="fr-FR" sz="1100" b="1" i="1" dirty="0"/>
          </a:p>
          <a:p>
            <a:pPr algn="ctr"/>
            <a:r>
              <a:rPr lang="fr-FR" sz="1100" b="1" i="1" dirty="0" err="1"/>
              <a:t>NeonDB</a:t>
            </a:r>
            <a:r>
              <a:rPr lang="fr-FR" sz="1100" b="1" i="1" dirty="0"/>
              <a:t> : </a:t>
            </a:r>
            <a:r>
              <a:rPr lang="fr-FR" sz="1100" b="1" i="1" dirty="0" err="1"/>
              <a:t>Databases</a:t>
            </a:r>
            <a:endParaRPr lang="fr-FR" sz="1100" b="1" i="1" dirty="0"/>
          </a:p>
          <a:p>
            <a:pPr algn="ctr"/>
            <a:r>
              <a:rPr lang="fr-FR" sz="1100" b="1" i="1" dirty="0" err="1"/>
              <a:t>HuggingFace</a:t>
            </a:r>
            <a:r>
              <a:rPr lang="fr-FR" sz="1100" b="1" i="1" dirty="0"/>
              <a:t> : Dashboard </a:t>
            </a:r>
            <a:r>
              <a:rPr lang="fr-FR" sz="1100" b="1" i="1" dirty="0" err="1"/>
              <a:t>deployment</a:t>
            </a:r>
            <a:endParaRPr lang="fr-FR" sz="1100" b="1" i="1" dirty="0"/>
          </a:p>
        </p:txBody>
      </p:sp>
    </p:spTree>
    <p:extLst>
      <p:ext uri="{BB962C8B-B14F-4D97-AF65-F5344CB8AC3E}">
        <p14:creationId xmlns:p14="http://schemas.microsoft.com/office/powerpoint/2010/main" val="84502435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36</Words>
  <Application>Microsoft Office PowerPoint</Application>
  <PresentationFormat>Grand écran</PresentationFormat>
  <Paragraphs>14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Loic Valentini</dc:creator>
  <cp:lastModifiedBy>Loic Valentini</cp:lastModifiedBy>
  <cp:revision>4</cp:revision>
  <dcterms:created xsi:type="dcterms:W3CDTF">2025-05-18T13:22:32Z</dcterms:created>
  <dcterms:modified xsi:type="dcterms:W3CDTF">2025-05-18T14:12:24Z</dcterms:modified>
</cp:coreProperties>
</file>