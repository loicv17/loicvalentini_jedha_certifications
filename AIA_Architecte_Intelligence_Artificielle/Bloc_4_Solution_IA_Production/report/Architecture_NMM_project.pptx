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2B7FE-2222-434C-9341-6E093E2CFAA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3DA6-67FF-4164-9D4F-BB9C8F09C1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63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F915E-14A1-A8C6-AECD-23D22A837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BB29D-048B-2666-E28C-63720E3C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60A301-3BAF-92F5-3DF4-1D3F9985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F1883-B26C-04A8-E3F8-F1063C44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0604D9-518D-912A-8A95-56B4726F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7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3A3B7-59FA-D636-D728-59C93D9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E5192-AB9B-3E46-3471-6011BBBC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5D85E-3002-1E68-6C41-525180C2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E1B3C-EF1D-78F8-F791-3D24D4B5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DE61E-B3B3-AE20-F36B-1211F8D9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14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41235-3FAA-A02C-20EC-ADAAF44C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2FAA8-A084-47D4-C724-85D67174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BFC70-A1BA-B2BC-E4A3-E83941CF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2B18C-2B68-C696-F2E7-A0EC1CAC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B58CC-A8D3-9D28-949C-E2F425FE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69870-03E0-B489-3146-0DD9A5A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28E3D-F3A4-B300-C767-32EC01490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B8D74C-E664-FF23-4316-13D7758C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9BF863-D2DA-E6FA-FE03-92D6BDF5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7141F7-771B-C472-1971-6F5E4F11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6F2C9-FA36-A694-294F-75EDD38B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62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2B77E-C350-BB6F-AEAA-A27ED4BA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76AB5-637A-C0A3-D36C-F634FAEF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515AD9-D1A5-0588-4A72-4CDFF6D6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10A8BC-B1BF-2A2F-A1B2-E02AA11A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CB0C38-B6DE-638E-0E79-EB330318E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659D4D-58D8-C1F3-6E06-06BABF8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303E0F-C0A3-7CB5-BC48-C8705AF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0A1534-EAB4-7862-6EC3-9F1B51D9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43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D8FFF-89B5-952E-051B-E1E96777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02DE16-6ECD-3D2D-3AFE-8E5484D1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6E1146-6A62-34E7-6883-28A8550E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27CD0F-6E69-D6F9-4F83-9E0CC5B9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41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2B2E6A-D46E-829C-AFFC-9CF8A5A1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D77778-8AB2-A420-51C7-AD6FC4A6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F25D9-7A72-A450-2B15-99E88D8C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2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439D8-8AA2-1E17-BDC9-821A3D2C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877BB0-6F62-D847-A319-1ABCDF3F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9E340A-B1EA-61BB-DF87-DC9B5488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4102A2-AEF2-68CF-41E6-A2ECADE5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C4B215-1558-29DA-F911-F0102290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ED257F-6EA7-11CE-B200-8B1F84CA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335B6-A23B-C039-5227-2C84B740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CC3948C-ADDD-5508-BF94-8F7943CA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CC504-C17B-55B2-4B36-46B86B762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64D0CC-D855-991D-A8E8-15445339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0FC709-B08F-1198-A05A-A3A08F3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3AB8F-C105-6D05-F24F-E1FB22FF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0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AA35-8083-7454-8FBB-EFFE87CA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A7DB0-78D7-57BF-D68D-DC94917C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5490-333C-B380-AF5A-045552C3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9F5F67-64EE-432B-6E87-152B0965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8A1F8-1F07-CD4E-ABA4-D80D275C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17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E2AD27-3977-6E9F-C19C-7E400D290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B01797-D3D3-76CE-4A53-B741D58D3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C48F-34EF-1E31-6C54-3BE488A0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890FA-8A73-3077-D3E9-5F64C29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A52F4-A1B8-E29C-9E44-8D37D9E6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6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6E05967-AFCF-2C2C-27F1-C4130829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7DF904-171E-3FFC-8DB2-9315F13D3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71CCD-986E-E6B5-3923-A02BF4D8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06B2C-3CAE-4EA5-9F5D-D2B76FE6832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ECE1E-D7BC-A60C-1205-1FE19ACD3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7DBB03-D705-2E21-93ED-6ED12C7C9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10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15FE944C-41FC-CEDC-026F-9FDD55B9ABD5}"/>
              </a:ext>
            </a:extLst>
          </p:cNvPr>
          <p:cNvCxnSpPr>
            <a:cxnSpLocks/>
          </p:cNvCxnSpPr>
          <p:nvPr/>
        </p:nvCxnSpPr>
        <p:spPr>
          <a:xfrm>
            <a:off x="5203993" y="2988655"/>
            <a:ext cx="10832" cy="143560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3785FE9-9364-7E20-388E-8D49DE37C151}"/>
              </a:ext>
            </a:extLst>
          </p:cNvPr>
          <p:cNvSpPr/>
          <p:nvPr/>
        </p:nvSpPr>
        <p:spPr>
          <a:xfrm>
            <a:off x="533401" y="732826"/>
            <a:ext cx="11287124" cy="10427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Api - Icônes ui gratuites">
            <a:extLst>
              <a:ext uri="{FF2B5EF4-FFF2-40B4-BE49-F238E27FC236}">
                <a16:creationId xmlns:a16="http://schemas.microsoft.com/office/drawing/2014/main" id="{8FEC1110-13D6-A776-E15E-C60FEB844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644" y="894595"/>
            <a:ext cx="744121" cy="74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AF8F4DA-2CE9-88CB-7CA3-ADC6A4FC5E4E}"/>
              </a:ext>
            </a:extLst>
          </p:cNvPr>
          <p:cNvSpPr/>
          <p:nvPr/>
        </p:nvSpPr>
        <p:spPr>
          <a:xfrm>
            <a:off x="533401" y="1961708"/>
            <a:ext cx="11287124" cy="10427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9B5D99F-FAEA-2E07-5F43-C3C74D5CD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774" y="2281082"/>
            <a:ext cx="1095717" cy="42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Just made freely available: DistilBERT LM - AutoComplete with AI for Unity.  Masked language modeling (a.k.a sentence filling) using a natural language  processing model. Uses hardware accelerators, like CoreML on iOS and">
            <a:extLst>
              <a:ext uri="{FF2B5EF4-FFF2-40B4-BE49-F238E27FC236}">
                <a16:creationId xmlns:a16="http://schemas.microsoft.com/office/drawing/2014/main" id="{32548A7D-3AEF-33E6-01A3-61915A7F4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021" y="2440769"/>
            <a:ext cx="860097" cy="45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Evidently AI - Evidently Cloud sign-up">
            <a:extLst>
              <a:ext uri="{FF2B5EF4-FFF2-40B4-BE49-F238E27FC236}">
                <a16:creationId xmlns:a16="http://schemas.microsoft.com/office/drawing/2014/main" id="{2FEA9BAB-9B30-A111-0ED6-6E840CB1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158" y="1988689"/>
            <a:ext cx="1442125" cy="43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E98A0BAF-88CB-278F-97C8-2F139D1C3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1137" y="2412778"/>
            <a:ext cx="412734" cy="57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0F27A69-F7DF-9742-8134-660C71B1E74A}"/>
              </a:ext>
            </a:extLst>
          </p:cNvPr>
          <p:cNvSpPr/>
          <p:nvPr/>
        </p:nvSpPr>
        <p:spPr>
          <a:xfrm>
            <a:off x="533400" y="4425410"/>
            <a:ext cx="11287124" cy="10427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19" name="Picture 4" descr="Why we Invested in Neon - M12">
            <a:extLst>
              <a:ext uri="{FF2B5EF4-FFF2-40B4-BE49-F238E27FC236}">
                <a16:creationId xmlns:a16="http://schemas.microsoft.com/office/drawing/2014/main" id="{6DECAEF7-CB2B-3C45-1928-46CF7FC64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396" y="4601336"/>
            <a:ext cx="1629477" cy="69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7C8CF9-940F-780D-EF40-92CD53A25C0A}"/>
              </a:ext>
            </a:extLst>
          </p:cNvPr>
          <p:cNvSpPr/>
          <p:nvPr/>
        </p:nvSpPr>
        <p:spPr>
          <a:xfrm>
            <a:off x="533399" y="3226679"/>
            <a:ext cx="11287124" cy="10427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1BA930B2-15F8-17CA-8BBC-3F2503CC6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774" y="3531418"/>
            <a:ext cx="1095717" cy="42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16B6AFA-7854-C916-64BF-EA36BADD6BB7}"/>
              </a:ext>
            </a:extLst>
          </p:cNvPr>
          <p:cNvSpPr/>
          <p:nvPr/>
        </p:nvSpPr>
        <p:spPr>
          <a:xfrm>
            <a:off x="533401" y="5633738"/>
            <a:ext cx="11287124" cy="104275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26" name="Picture 24">
            <a:extLst>
              <a:ext uri="{FF2B5EF4-FFF2-40B4-BE49-F238E27FC236}">
                <a16:creationId xmlns:a16="http://schemas.microsoft.com/office/drawing/2014/main" id="{162CEF7B-3E2C-555B-8B73-CCBD3E6D1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461" y="5777651"/>
            <a:ext cx="1197349" cy="70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AE2604A7-823C-9546-0E59-4C99FED9A5BB}"/>
              </a:ext>
            </a:extLst>
          </p:cNvPr>
          <p:cNvCxnSpPr>
            <a:cxnSpLocks/>
          </p:cNvCxnSpPr>
          <p:nvPr/>
        </p:nvCxnSpPr>
        <p:spPr>
          <a:xfrm>
            <a:off x="3045543" y="0"/>
            <a:ext cx="0" cy="68580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D181D21F-147A-0454-FAE9-931189480771}"/>
              </a:ext>
            </a:extLst>
          </p:cNvPr>
          <p:cNvSpPr txBox="1"/>
          <p:nvPr/>
        </p:nvSpPr>
        <p:spPr>
          <a:xfrm>
            <a:off x="546576" y="105031"/>
            <a:ext cx="247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Etape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893842E-2A64-7E54-6A4F-9D65DD73C9B1}"/>
              </a:ext>
            </a:extLst>
          </p:cNvPr>
          <p:cNvSpPr txBox="1"/>
          <p:nvPr/>
        </p:nvSpPr>
        <p:spPr>
          <a:xfrm>
            <a:off x="3045543" y="105030"/>
            <a:ext cx="4664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Contenu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CA08A87-A7E1-0EC5-D32A-C53EDF55546F}"/>
              </a:ext>
            </a:extLst>
          </p:cNvPr>
          <p:cNvSpPr txBox="1"/>
          <p:nvPr/>
        </p:nvSpPr>
        <p:spPr>
          <a:xfrm>
            <a:off x="7750773" y="147567"/>
            <a:ext cx="406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Outils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B90AC6A-AFDC-0BFA-CCFA-9FB527F571B3}"/>
              </a:ext>
            </a:extLst>
          </p:cNvPr>
          <p:cNvSpPr txBox="1"/>
          <p:nvPr/>
        </p:nvSpPr>
        <p:spPr>
          <a:xfrm>
            <a:off x="546576" y="1046785"/>
            <a:ext cx="248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Ingestion</a:t>
            </a:r>
            <a:endParaRPr lang="fr-FR" sz="2400" b="1" dirty="0">
              <a:latin typeface="+mj-lt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BEDCF58-915B-E070-C75F-DDEEDC2521D3}"/>
              </a:ext>
            </a:extLst>
          </p:cNvPr>
          <p:cNvSpPr txBox="1"/>
          <p:nvPr/>
        </p:nvSpPr>
        <p:spPr>
          <a:xfrm>
            <a:off x="533401" y="2107598"/>
            <a:ext cx="24857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DAG 1</a:t>
            </a:r>
          </a:p>
          <a:p>
            <a:pPr algn="ctr"/>
            <a:r>
              <a:rPr lang="fr-FR" sz="2000" b="1" dirty="0">
                <a:latin typeface="+mj-lt"/>
              </a:rPr>
              <a:t>Reddit_pipeline</a:t>
            </a:r>
          </a:p>
          <a:p>
            <a:pPr algn="ctr"/>
            <a:endParaRPr lang="fr-FR" sz="2400" b="1" dirty="0">
              <a:latin typeface="+mj-lt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7BB701D-E91B-BB65-FEBC-A5A59F9EA1EF}"/>
              </a:ext>
            </a:extLst>
          </p:cNvPr>
          <p:cNvSpPr txBox="1"/>
          <p:nvPr/>
        </p:nvSpPr>
        <p:spPr>
          <a:xfrm>
            <a:off x="533399" y="4746731"/>
            <a:ext cx="248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Stockage</a:t>
            </a:r>
            <a:endParaRPr lang="fr-FR" sz="2400" b="1" dirty="0">
              <a:latin typeface="+mj-lt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F918B47-EB81-4019-1CA3-580CAC0E1BD2}"/>
              </a:ext>
            </a:extLst>
          </p:cNvPr>
          <p:cNvSpPr txBox="1"/>
          <p:nvPr/>
        </p:nvSpPr>
        <p:spPr>
          <a:xfrm>
            <a:off x="435870" y="3374233"/>
            <a:ext cx="2694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DAG 2</a:t>
            </a:r>
          </a:p>
          <a:p>
            <a:pPr algn="ctr"/>
            <a:r>
              <a:rPr lang="fr-FR" sz="2000" b="1" dirty="0">
                <a:latin typeface="+mj-lt"/>
              </a:rPr>
              <a:t>Reddit_topic_retrain</a:t>
            </a:r>
            <a:endParaRPr lang="fr-FR" sz="2400" b="1" dirty="0">
              <a:latin typeface="+mj-lt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DD39C33-C6D7-BECC-CF7D-B157A004D880}"/>
              </a:ext>
            </a:extLst>
          </p:cNvPr>
          <p:cNvSpPr txBox="1"/>
          <p:nvPr/>
        </p:nvSpPr>
        <p:spPr>
          <a:xfrm>
            <a:off x="533400" y="5968097"/>
            <a:ext cx="248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Dashboard</a:t>
            </a:r>
            <a:endParaRPr lang="fr-FR" sz="2400" b="1" dirty="0">
              <a:latin typeface="+mj-lt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A0F7361-4716-3753-73A5-99C3F917F1F7}"/>
              </a:ext>
            </a:extLst>
          </p:cNvPr>
          <p:cNvSpPr txBox="1"/>
          <p:nvPr/>
        </p:nvSpPr>
        <p:spPr>
          <a:xfrm>
            <a:off x="3147549" y="1128157"/>
            <a:ext cx="4431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Collecte chaque heure des posts Reddit r/Lakers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7159607-9CA7-EED1-85B5-79546F8D5F98}"/>
              </a:ext>
            </a:extLst>
          </p:cNvPr>
          <p:cNvSpPr txBox="1"/>
          <p:nvPr/>
        </p:nvSpPr>
        <p:spPr>
          <a:xfrm>
            <a:off x="3125034" y="2080492"/>
            <a:ext cx="443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Modèle de scoring des émotions des posts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Surveillance de la qualité des données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Test CI/CD en continu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Sauvegarde des données pertinentes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7761BFB9-B3E7-F991-0086-8FDFD79CB69A}"/>
              </a:ext>
            </a:extLst>
          </p:cNvPr>
          <p:cNvSpPr txBox="1"/>
          <p:nvPr/>
        </p:nvSpPr>
        <p:spPr>
          <a:xfrm>
            <a:off x="3125034" y="4541044"/>
            <a:ext cx="443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Tables données nettoyées et scorées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Table qualité des données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Table données segmentées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Table performances modèle de segmentation K-</a:t>
            </a:r>
            <a:r>
              <a:rPr lang="fr-FR" sz="1200" dirty="0" err="1"/>
              <a:t>Means</a:t>
            </a:r>
            <a:endParaRPr lang="fr-FR" sz="1200" dirty="0"/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00A8D27D-89D9-EBE7-F26C-AFAA92861084}"/>
              </a:ext>
            </a:extLst>
          </p:cNvPr>
          <p:cNvCxnSpPr>
            <a:cxnSpLocks/>
          </p:cNvCxnSpPr>
          <p:nvPr/>
        </p:nvCxnSpPr>
        <p:spPr>
          <a:xfrm>
            <a:off x="5222081" y="1775578"/>
            <a:ext cx="0" cy="186130"/>
          </a:xfrm>
          <a:prstGeom prst="straightConnector1">
            <a:avLst/>
          </a:prstGeom>
          <a:ln w="38100">
            <a:solidFill>
              <a:schemeClr val="tx1"/>
            </a:solidFill>
            <a:miter lim="800000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E15BEB68-3A51-BFD5-D450-00B993317E89}"/>
              </a:ext>
            </a:extLst>
          </p:cNvPr>
          <p:cNvCxnSpPr>
            <a:cxnSpLocks/>
          </p:cNvCxnSpPr>
          <p:nvPr/>
        </p:nvCxnSpPr>
        <p:spPr>
          <a:xfrm>
            <a:off x="5564623" y="4269431"/>
            <a:ext cx="0" cy="157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5DF473AD-E5B2-F235-979D-8330224CD104}"/>
              </a:ext>
            </a:extLst>
          </p:cNvPr>
          <p:cNvSpPr txBox="1"/>
          <p:nvPr/>
        </p:nvSpPr>
        <p:spPr>
          <a:xfrm>
            <a:off x="3125034" y="3519845"/>
            <a:ext cx="443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Réentrainement régulier du modèle de clustering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Sauvegarde des performances du modèle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8F11DCF4-FFB7-7B36-3B3E-3C1FEADA5A33}"/>
              </a:ext>
            </a:extLst>
          </p:cNvPr>
          <p:cNvCxnSpPr>
            <a:cxnSpLocks/>
          </p:cNvCxnSpPr>
          <p:nvPr/>
        </p:nvCxnSpPr>
        <p:spPr>
          <a:xfrm flipV="1">
            <a:off x="4857392" y="4269431"/>
            <a:ext cx="0" cy="15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BBE8B82C-9303-27B9-0465-E4134898A545}"/>
              </a:ext>
            </a:extLst>
          </p:cNvPr>
          <p:cNvSpPr txBox="1"/>
          <p:nvPr/>
        </p:nvSpPr>
        <p:spPr>
          <a:xfrm>
            <a:off x="3125034" y="5831769"/>
            <a:ext cx="4625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Analyse des émotions globales et par clusters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Suivi des performances du modèle de clustering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dirty="0"/>
              <a:t>Monitoring Data &amp; MLOps (Evidently + Jenkins)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E7194E0D-B5E0-3315-587F-033D9DB89FAF}"/>
              </a:ext>
            </a:extLst>
          </p:cNvPr>
          <p:cNvCxnSpPr>
            <a:cxnSpLocks/>
          </p:cNvCxnSpPr>
          <p:nvPr/>
        </p:nvCxnSpPr>
        <p:spPr>
          <a:xfrm>
            <a:off x="5222081" y="5467008"/>
            <a:ext cx="0" cy="166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lustering - Free electronics icons">
            <a:extLst>
              <a:ext uri="{FF2B5EF4-FFF2-40B4-BE49-F238E27FC236}">
                <a16:creationId xmlns:a16="http://schemas.microsoft.com/office/drawing/2014/main" id="{672633AD-DADC-CD56-4ECB-526DEAE0F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161" y="3261899"/>
            <a:ext cx="1042753" cy="104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AAD40271-6A83-5908-8867-55FC0E92BCB4}"/>
              </a:ext>
            </a:extLst>
          </p:cNvPr>
          <p:cNvCxnSpPr>
            <a:cxnSpLocks/>
          </p:cNvCxnSpPr>
          <p:nvPr/>
        </p:nvCxnSpPr>
        <p:spPr>
          <a:xfrm>
            <a:off x="7538442" y="0"/>
            <a:ext cx="0" cy="68580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Reddit Logo PNG Images Free Download | freelogopng">
            <a:extLst>
              <a:ext uri="{FF2B5EF4-FFF2-40B4-BE49-F238E27FC236}">
                <a16:creationId xmlns:a16="http://schemas.microsoft.com/office/drawing/2014/main" id="{7BD450F8-CB61-0CD4-F5E4-7FBD5C0D6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543" y="1078538"/>
            <a:ext cx="1272493" cy="41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1063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5491</TotalTime>
  <Words>102</Words>
  <Application>Microsoft Office PowerPoint</Application>
  <PresentationFormat>Grand écran</PresentationFormat>
  <Paragraphs>24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25</cp:revision>
  <dcterms:created xsi:type="dcterms:W3CDTF">2025-05-18T13:22:32Z</dcterms:created>
  <dcterms:modified xsi:type="dcterms:W3CDTF">2025-11-20T10:17:54Z</dcterms:modified>
</cp:coreProperties>
</file>