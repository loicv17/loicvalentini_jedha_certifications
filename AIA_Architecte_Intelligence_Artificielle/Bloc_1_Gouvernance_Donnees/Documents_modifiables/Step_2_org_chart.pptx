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4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D1FE86-7F58-EEFD-4AE8-3F4D4C71D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D72D2A0-F227-8121-9E75-8D3961C4B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F5E8AB-671B-AA49-45AF-258719B8D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177C-5D2B-48CF-8DDD-1F4F936A0D0E}" type="datetimeFigureOut">
              <a:rPr lang="fr-FR" smtClean="0"/>
              <a:t>17/05/2025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A4F17A-342B-21EF-5B7C-000B118D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CD4AA4-C564-8C4A-C127-73B81D41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CBB93-9C9E-4A4A-AF64-54451F2D1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830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0195DD-8DA1-2936-FF42-C9C61CDD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061090-DAB3-0AEC-9908-95B7411F1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828B0D-9804-9A9F-39CE-2C0871343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177C-5D2B-48CF-8DDD-1F4F936A0D0E}" type="datetimeFigureOut">
              <a:rPr lang="fr-FR" smtClean="0"/>
              <a:t>17/05/2025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058344-7B73-753A-BE6F-1C6353E83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1A0F84-9127-ACB4-BA4E-A055B8AB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CBB93-9C9E-4A4A-AF64-54451F2D1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56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0E3685-FFFD-0BAC-C3B8-767B4F1E8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875D59-56B1-753F-91AD-8D90B3E29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84B208-C687-848D-9590-A4FDE787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177C-5D2B-48CF-8DDD-1F4F936A0D0E}" type="datetimeFigureOut">
              <a:rPr lang="fr-FR" smtClean="0"/>
              <a:t>17/05/2025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63CAC7-4EF3-237B-1A97-DAAE4F57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0D1831-09A4-6DE9-B181-FFC4267B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CBB93-9C9E-4A4A-AF64-54451F2D1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183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955DA2-FF1F-0633-AC50-AEC93EAE7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7F72B1-573B-2D19-A83F-DA1B30ED33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A259B8E-AD87-FF90-AF30-A3F77D89C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6309F6-4222-434D-811A-7620CA32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177C-5D2B-48CF-8DDD-1F4F936A0D0E}" type="datetimeFigureOut">
              <a:rPr lang="fr-FR" smtClean="0"/>
              <a:t>17/05/2025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9A0AC5-793A-0A89-FF9F-3AFB6202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0C2329-48F5-54B4-1015-5827BDD9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CBB93-9C9E-4A4A-AF64-54451F2D1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336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451D41-6CD2-98F1-42E2-0E77BDD88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CDCF1B-FA1D-6F21-81C6-2B8CCBB5B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C6E419-3A22-10F7-4440-2414C20C6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88DA9BE-349D-4DAE-4909-EF5A08E97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1E25A1C-49CD-19A0-1B00-28B6EF4A5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228A8EC-BBFB-A727-F6C2-9A49FE2B3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177C-5D2B-48CF-8DDD-1F4F936A0D0E}" type="datetimeFigureOut">
              <a:rPr lang="fr-FR" smtClean="0"/>
              <a:t>17/05/2025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54CF8B0-A792-9215-768D-2382E891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A0E8598-DD5C-B0BB-1CF1-78696DC7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CBB93-9C9E-4A4A-AF64-54451F2D1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168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5644F1-0219-BF75-7EEF-CD029170B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2C713EA-6536-167B-CEDD-D2F90FAE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177C-5D2B-48CF-8DDD-1F4F936A0D0E}" type="datetimeFigureOut">
              <a:rPr lang="fr-FR" smtClean="0"/>
              <a:t>17/05/2025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51791E1-7B6A-FD4A-76D0-F29F41AD9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8FD256-D074-5128-43F3-EA7FD78A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CBB93-9C9E-4A4A-AF64-54451F2D1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165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F02050B-5FC5-5985-3DDD-69833790A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177C-5D2B-48CF-8DDD-1F4F936A0D0E}" type="datetimeFigureOut">
              <a:rPr lang="fr-FR" smtClean="0"/>
              <a:t>17/05/2025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2725BAE-DE04-E1F9-8921-ED7B3C00B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389403-807A-439C-18AC-05A40331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CBB93-9C9E-4A4A-AF64-54451F2D1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78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62C15B-DE8F-BF36-B16F-5D09C97D9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F63C50-CB52-9F83-6CC1-73FBAFD85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59254D-583D-2396-8FAE-B9252F12B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3A1278-47D7-04A0-B45F-C29FDCB2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177C-5D2B-48CF-8DDD-1F4F936A0D0E}" type="datetimeFigureOut">
              <a:rPr lang="fr-FR" smtClean="0"/>
              <a:t>17/05/2025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67E683-E675-65B7-5D54-7212474A3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20705C5-7EAC-0B5F-9DF7-7DD2595E7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CBB93-9C9E-4A4A-AF64-54451F2D1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34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449FE3-A6F8-F4FF-1186-B599E4B37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2F95AFA-1D03-E98D-B669-46FAD10E5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243ADF-1501-82DA-6E98-474DF43A7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C9C528-CAE7-E8C1-57F3-9AFB2E3A4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177C-5D2B-48CF-8DDD-1F4F936A0D0E}" type="datetimeFigureOut">
              <a:rPr lang="fr-FR" smtClean="0"/>
              <a:t>17/05/2025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0582D2-CDA1-5BB7-17D4-49D1E384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17425B-1CD0-73DC-3D46-33CFEC9A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CBB93-9C9E-4A4A-AF64-54451F2D1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2166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AC7780-43E1-A472-A79C-2FDC61F95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447E843-F277-CB1C-FCAE-14BBEC6CF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1B92DC-A3A0-2194-F7C5-62D37BEC6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177C-5D2B-48CF-8DDD-1F4F936A0D0E}" type="datetimeFigureOut">
              <a:rPr lang="fr-FR" smtClean="0"/>
              <a:t>17/05/2025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4BC30E-D361-7D5D-DEE1-859AAC632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886EAC-C5B1-DAFB-66C0-428C5637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CBB93-9C9E-4A4A-AF64-54451F2D1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294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79D8AA2-C310-7A9D-BD94-F908AE987F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337910-F086-368F-ED06-86588A505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62B44B-1610-A404-9D23-B366F5660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177C-5D2B-48CF-8DDD-1F4F936A0D0E}" type="datetimeFigureOut">
              <a:rPr lang="fr-FR" smtClean="0"/>
              <a:t>17/05/2025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B1EDF2-B6DE-17F3-9D22-9E9480F4C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4CAF1D-ED8F-FB92-913A-49BF00ED5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CBB93-9C9E-4A4A-AF64-54451F2D1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187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A75B2CA-D3A3-A9CA-2BD2-D6DBB2B66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87117A-6761-2929-F942-4CFAE0042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7A7B20-C82B-CC9C-E56F-BE5722500C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A177C-5D2B-48CF-8DDD-1F4F936A0D0E}" type="datetimeFigureOut">
              <a:rPr lang="fr-FR" smtClean="0"/>
              <a:t>17/05/2025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D16C3B-093D-EC2E-FBA6-1D1D234F7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90B2F3-A7A1-A340-C837-0EE9873EF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CBB93-9C9E-4A4A-AF64-54451F2D1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376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831ED1-D26C-2B05-6B03-4271C820F6C7}"/>
              </a:ext>
            </a:extLst>
          </p:cNvPr>
          <p:cNvSpPr/>
          <p:nvPr/>
        </p:nvSpPr>
        <p:spPr>
          <a:xfrm>
            <a:off x="1878146" y="201880"/>
            <a:ext cx="8607095" cy="560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COMEX – Sponsor du projet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92C765-AF3E-C251-1ABB-04A71375BBC4}"/>
              </a:ext>
            </a:extLst>
          </p:cNvPr>
          <p:cNvSpPr/>
          <p:nvPr/>
        </p:nvSpPr>
        <p:spPr>
          <a:xfrm>
            <a:off x="2313186" y="1632980"/>
            <a:ext cx="2570672" cy="86249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Comité de gouvernance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D88F96-BB20-5B0B-D884-E3DA674BD5BD}"/>
              </a:ext>
            </a:extLst>
          </p:cNvPr>
          <p:cNvSpPr/>
          <p:nvPr/>
        </p:nvSpPr>
        <p:spPr>
          <a:xfrm>
            <a:off x="1283310" y="4357442"/>
            <a:ext cx="985221" cy="5607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Dept.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65BCCB-2A13-4F7B-8CA7-904B7C93FE34}"/>
              </a:ext>
            </a:extLst>
          </p:cNvPr>
          <p:cNvSpPr/>
          <p:nvPr/>
        </p:nvSpPr>
        <p:spPr>
          <a:xfrm>
            <a:off x="6677288" y="4365383"/>
            <a:ext cx="967540" cy="56071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Dept. 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C465E0-0C8B-5FC6-DC39-A4BC1C9D306B}"/>
              </a:ext>
            </a:extLst>
          </p:cNvPr>
          <p:cNvSpPr/>
          <p:nvPr/>
        </p:nvSpPr>
        <p:spPr>
          <a:xfrm>
            <a:off x="2268531" y="4928950"/>
            <a:ext cx="2096389" cy="3168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Data Owner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BF2355-857B-C8ED-C024-D4F619F6EEA7}"/>
              </a:ext>
            </a:extLst>
          </p:cNvPr>
          <p:cNvSpPr/>
          <p:nvPr/>
        </p:nvSpPr>
        <p:spPr>
          <a:xfrm>
            <a:off x="2649197" y="5278791"/>
            <a:ext cx="2096389" cy="3168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Data Steward(s)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F26EB4-981D-9086-8013-8C255A4292D0}"/>
              </a:ext>
            </a:extLst>
          </p:cNvPr>
          <p:cNvSpPr/>
          <p:nvPr/>
        </p:nvSpPr>
        <p:spPr>
          <a:xfrm>
            <a:off x="3047108" y="5628632"/>
            <a:ext cx="2096389" cy="3168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Data Users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211AF02-885B-5643-542C-F7962C8A4CC4}"/>
              </a:ext>
            </a:extLst>
          </p:cNvPr>
          <p:cNvSpPr/>
          <p:nvPr/>
        </p:nvSpPr>
        <p:spPr>
          <a:xfrm>
            <a:off x="833718" y="4139550"/>
            <a:ext cx="11116235" cy="226125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E0B51FF-335F-FC17-3747-08F638D24D40}"/>
              </a:ext>
            </a:extLst>
          </p:cNvPr>
          <p:cNvSpPr txBox="1"/>
          <p:nvPr/>
        </p:nvSpPr>
        <p:spPr>
          <a:xfrm>
            <a:off x="950299" y="6064355"/>
            <a:ext cx="1855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i="1" u="sng" dirty="0"/>
              <a:t>Equipes métier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68739D-5901-DE42-4E0E-8266AFA6F36E}"/>
              </a:ext>
            </a:extLst>
          </p:cNvPr>
          <p:cNvSpPr/>
          <p:nvPr/>
        </p:nvSpPr>
        <p:spPr>
          <a:xfrm>
            <a:off x="5318899" y="953607"/>
            <a:ext cx="948551" cy="26496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CDO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7153C4-E2EC-27FF-71BC-CC2575BF71C7}"/>
              </a:ext>
            </a:extLst>
          </p:cNvPr>
          <p:cNvSpPr/>
          <p:nvPr/>
        </p:nvSpPr>
        <p:spPr>
          <a:xfrm>
            <a:off x="8477417" y="1242307"/>
            <a:ext cx="1200089" cy="26496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CISO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0CF5B83-E4DD-6C41-B074-9D9BF803FF50}"/>
              </a:ext>
            </a:extLst>
          </p:cNvPr>
          <p:cNvSpPr/>
          <p:nvPr/>
        </p:nvSpPr>
        <p:spPr>
          <a:xfrm>
            <a:off x="9909418" y="1562428"/>
            <a:ext cx="1207554" cy="26496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Equipe BI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7ECBBA-FE53-7FBF-3DB0-18721E6D1B51}"/>
              </a:ext>
            </a:extLst>
          </p:cNvPr>
          <p:cNvSpPr/>
          <p:nvPr/>
        </p:nvSpPr>
        <p:spPr>
          <a:xfrm>
            <a:off x="8491435" y="2178749"/>
            <a:ext cx="1200087" cy="26496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Audit</a:t>
            </a:r>
          </a:p>
        </p:txBody>
      </p: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22F94A44-17C7-A8F3-62A9-AAA101DBE098}"/>
              </a:ext>
            </a:extLst>
          </p:cNvPr>
          <p:cNvCxnSpPr>
            <a:cxnSpLocks/>
          </p:cNvCxnSpPr>
          <p:nvPr/>
        </p:nvCxnSpPr>
        <p:spPr>
          <a:xfrm>
            <a:off x="9794450" y="1086090"/>
            <a:ext cx="14016" cy="15319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4B40C236-27EA-CEEA-AF3A-31822684D9D3}"/>
              </a:ext>
            </a:extLst>
          </p:cNvPr>
          <p:cNvSpPr/>
          <p:nvPr/>
        </p:nvSpPr>
        <p:spPr>
          <a:xfrm>
            <a:off x="8436517" y="1871690"/>
            <a:ext cx="1255006" cy="26496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Architecte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6E09CA0-B5F4-4CF4-DA4A-6C8B6C92739F}"/>
              </a:ext>
            </a:extLst>
          </p:cNvPr>
          <p:cNvSpPr/>
          <p:nvPr/>
        </p:nvSpPr>
        <p:spPr>
          <a:xfrm>
            <a:off x="9904436" y="1240855"/>
            <a:ext cx="1389153" cy="26496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Formateurs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88B9C32-C9AF-0A16-C34B-63401AFBD648}"/>
              </a:ext>
            </a:extLst>
          </p:cNvPr>
          <p:cNvSpPr/>
          <p:nvPr/>
        </p:nvSpPr>
        <p:spPr>
          <a:xfrm>
            <a:off x="7657940" y="4929464"/>
            <a:ext cx="2096389" cy="31681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Data Owner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384C2F4-B71B-A75D-3115-0A342E57A286}"/>
              </a:ext>
            </a:extLst>
          </p:cNvPr>
          <p:cNvSpPr/>
          <p:nvPr/>
        </p:nvSpPr>
        <p:spPr>
          <a:xfrm>
            <a:off x="8038606" y="5279305"/>
            <a:ext cx="2096389" cy="31681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Data Steward(s)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003AA79-5DFC-5F66-D5B3-2810D131DA93}"/>
              </a:ext>
            </a:extLst>
          </p:cNvPr>
          <p:cNvSpPr/>
          <p:nvPr/>
        </p:nvSpPr>
        <p:spPr>
          <a:xfrm>
            <a:off x="8436517" y="5629146"/>
            <a:ext cx="2096389" cy="31681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Data Users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437721B-F349-CA78-2544-206A56D3FDDF}"/>
              </a:ext>
            </a:extLst>
          </p:cNvPr>
          <p:cNvSpPr/>
          <p:nvPr/>
        </p:nvSpPr>
        <p:spPr>
          <a:xfrm>
            <a:off x="8201965" y="1554598"/>
            <a:ext cx="1475541" cy="26496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Compliance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FA917BB-7BEB-C7DC-5849-BC39ABF7CFF6}"/>
              </a:ext>
            </a:extLst>
          </p:cNvPr>
          <p:cNvSpPr/>
          <p:nvPr/>
        </p:nvSpPr>
        <p:spPr>
          <a:xfrm>
            <a:off x="8491434" y="2485808"/>
            <a:ext cx="1200088" cy="26496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Qualité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5174276-B062-34D8-6C1A-33B8B6B70105}"/>
              </a:ext>
            </a:extLst>
          </p:cNvPr>
          <p:cNvSpPr/>
          <p:nvPr/>
        </p:nvSpPr>
        <p:spPr>
          <a:xfrm>
            <a:off x="9916881" y="2179721"/>
            <a:ext cx="1200090" cy="26496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Data Sc.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EF25446-7EAF-9859-7F0A-612CCFCC033F}"/>
              </a:ext>
            </a:extLst>
          </p:cNvPr>
          <p:cNvSpPr/>
          <p:nvPr/>
        </p:nvSpPr>
        <p:spPr>
          <a:xfrm>
            <a:off x="5318899" y="3009812"/>
            <a:ext cx="2642403" cy="85725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Centre d’excellence</a:t>
            </a:r>
          </a:p>
        </p:txBody>
      </p:sp>
      <p:cxnSp>
        <p:nvCxnSpPr>
          <p:cNvPr id="139" name="Connecteur droit avec flèche 138">
            <a:extLst>
              <a:ext uri="{FF2B5EF4-FFF2-40B4-BE49-F238E27FC236}">
                <a16:creationId xmlns:a16="http://schemas.microsoft.com/office/drawing/2014/main" id="{D46F85CB-C057-F57F-C427-1D181ADB05D7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598522" y="762597"/>
            <a:ext cx="0" cy="87038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eur droit avec flèche 151">
            <a:extLst>
              <a:ext uri="{FF2B5EF4-FFF2-40B4-BE49-F238E27FC236}">
                <a16:creationId xmlns:a16="http://schemas.microsoft.com/office/drawing/2014/main" id="{B892850B-F6AC-11BB-6AF8-1570CE4BCDC4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4883858" y="1086090"/>
            <a:ext cx="435041" cy="54689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6F318B3-103F-28AF-F4D0-A48FE0774B22}"/>
              </a:ext>
            </a:extLst>
          </p:cNvPr>
          <p:cNvSpPr/>
          <p:nvPr/>
        </p:nvSpPr>
        <p:spPr>
          <a:xfrm>
            <a:off x="9909418" y="1873000"/>
            <a:ext cx="1207554" cy="26496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Data Eng.</a:t>
            </a:r>
          </a:p>
        </p:txBody>
      </p:sp>
      <p:cxnSp>
        <p:nvCxnSpPr>
          <p:cNvPr id="161" name="Connecteur droit 160">
            <a:extLst>
              <a:ext uri="{FF2B5EF4-FFF2-40B4-BE49-F238E27FC236}">
                <a16:creationId xmlns:a16="http://schemas.microsoft.com/office/drawing/2014/main" id="{B24B8ECB-9303-6598-54C6-8CD2EA262A63}"/>
              </a:ext>
            </a:extLst>
          </p:cNvPr>
          <p:cNvCxnSpPr>
            <a:stCxn id="32" idx="3"/>
          </p:cNvCxnSpPr>
          <p:nvPr/>
        </p:nvCxnSpPr>
        <p:spPr>
          <a:xfrm>
            <a:off x="6267450" y="1086090"/>
            <a:ext cx="3527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Connecteur droit avec flèche 164">
            <a:extLst>
              <a:ext uri="{FF2B5EF4-FFF2-40B4-BE49-F238E27FC236}">
                <a16:creationId xmlns:a16="http://schemas.microsoft.com/office/drawing/2014/main" id="{0B904C39-9761-8D7F-7977-004CB83A78F8}"/>
              </a:ext>
            </a:extLst>
          </p:cNvPr>
          <p:cNvCxnSpPr>
            <a:cxnSpLocks/>
            <a:stCxn id="43" idx="3"/>
            <a:endCxn id="58" idx="1"/>
          </p:cNvCxnSpPr>
          <p:nvPr/>
        </p:nvCxnSpPr>
        <p:spPr>
          <a:xfrm flipV="1">
            <a:off x="9677506" y="1373338"/>
            <a:ext cx="226930" cy="14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Connecteur droit avec flèche 165">
            <a:extLst>
              <a:ext uri="{FF2B5EF4-FFF2-40B4-BE49-F238E27FC236}">
                <a16:creationId xmlns:a16="http://schemas.microsoft.com/office/drawing/2014/main" id="{F1B28478-59D3-8B29-0DCA-86F477537998}"/>
              </a:ext>
            </a:extLst>
          </p:cNvPr>
          <p:cNvCxnSpPr/>
          <p:nvPr/>
        </p:nvCxnSpPr>
        <p:spPr>
          <a:xfrm flipV="1">
            <a:off x="9686472" y="1687958"/>
            <a:ext cx="226930" cy="14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Connecteur droit avec flèche 166">
            <a:extLst>
              <a:ext uri="{FF2B5EF4-FFF2-40B4-BE49-F238E27FC236}">
                <a16:creationId xmlns:a16="http://schemas.microsoft.com/office/drawing/2014/main" id="{C713EDA2-10C1-11F5-2AE5-3104B3B79626}"/>
              </a:ext>
            </a:extLst>
          </p:cNvPr>
          <p:cNvCxnSpPr/>
          <p:nvPr/>
        </p:nvCxnSpPr>
        <p:spPr>
          <a:xfrm flipV="1">
            <a:off x="9686472" y="2018624"/>
            <a:ext cx="226930" cy="14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Connecteur droit avec flèche 167">
            <a:extLst>
              <a:ext uri="{FF2B5EF4-FFF2-40B4-BE49-F238E27FC236}">
                <a16:creationId xmlns:a16="http://schemas.microsoft.com/office/drawing/2014/main" id="{3FFCCC7B-B4A0-FFE1-5629-F108468855E6}"/>
              </a:ext>
            </a:extLst>
          </p:cNvPr>
          <p:cNvCxnSpPr/>
          <p:nvPr/>
        </p:nvCxnSpPr>
        <p:spPr>
          <a:xfrm flipV="1">
            <a:off x="9677506" y="2310960"/>
            <a:ext cx="226930" cy="14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Connecteur droit avec flèche 168">
            <a:extLst>
              <a:ext uri="{FF2B5EF4-FFF2-40B4-BE49-F238E27FC236}">
                <a16:creationId xmlns:a16="http://schemas.microsoft.com/office/drawing/2014/main" id="{69CB3D5C-925C-A756-314D-77867714EFD0}"/>
              </a:ext>
            </a:extLst>
          </p:cNvPr>
          <p:cNvCxnSpPr>
            <a:cxnSpLocks/>
          </p:cNvCxnSpPr>
          <p:nvPr/>
        </p:nvCxnSpPr>
        <p:spPr>
          <a:xfrm flipV="1">
            <a:off x="9677506" y="2618019"/>
            <a:ext cx="113465" cy="97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" name="Parenthèse ouvrante 173">
            <a:extLst>
              <a:ext uri="{FF2B5EF4-FFF2-40B4-BE49-F238E27FC236}">
                <a16:creationId xmlns:a16="http://schemas.microsoft.com/office/drawing/2014/main" id="{898AF15B-6488-2027-3186-32F3624162E9}"/>
              </a:ext>
            </a:extLst>
          </p:cNvPr>
          <p:cNvSpPr/>
          <p:nvPr/>
        </p:nvSpPr>
        <p:spPr>
          <a:xfrm>
            <a:off x="8148077" y="1161322"/>
            <a:ext cx="420811" cy="1627954"/>
          </a:xfrm>
          <a:prstGeom prst="leftBracke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6" name="Connecteur droit avec flèche 175">
            <a:extLst>
              <a:ext uri="{FF2B5EF4-FFF2-40B4-BE49-F238E27FC236}">
                <a16:creationId xmlns:a16="http://schemas.microsoft.com/office/drawing/2014/main" id="{00BEA47D-B168-F6C1-7D9B-1E99A3969EF3}"/>
              </a:ext>
            </a:extLst>
          </p:cNvPr>
          <p:cNvCxnSpPr>
            <a:cxnSpLocks/>
            <a:stCxn id="174" idx="1"/>
            <a:endCxn id="5" idx="3"/>
          </p:cNvCxnSpPr>
          <p:nvPr/>
        </p:nvCxnSpPr>
        <p:spPr>
          <a:xfrm flipH="1">
            <a:off x="4883858" y="1975299"/>
            <a:ext cx="3264219" cy="8892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Parenthèse ouvrante 178">
            <a:extLst>
              <a:ext uri="{FF2B5EF4-FFF2-40B4-BE49-F238E27FC236}">
                <a16:creationId xmlns:a16="http://schemas.microsoft.com/office/drawing/2014/main" id="{BE04BB79-C190-6CE8-EBD9-72F8E5DE733B}"/>
              </a:ext>
            </a:extLst>
          </p:cNvPr>
          <p:cNvSpPr/>
          <p:nvPr/>
        </p:nvSpPr>
        <p:spPr>
          <a:xfrm flipH="1">
            <a:off x="10917084" y="1150416"/>
            <a:ext cx="432974" cy="1386613"/>
          </a:xfrm>
          <a:prstGeom prst="leftBracket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5" name="Connecteur droit 184">
            <a:extLst>
              <a:ext uri="{FF2B5EF4-FFF2-40B4-BE49-F238E27FC236}">
                <a16:creationId xmlns:a16="http://schemas.microsoft.com/office/drawing/2014/main" id="{6EC346FA-C3BA-7AAF-6EF2-AD085234DD99}"/>
              </a:ext>
            </a:extLst>
          </p:cNvPr>
          <p:cNvCxnSpPr>
            <a:cxnSpLocks/>
            <a:stCxn id="179" idx="1"/>
          </p:cNvCxnSpPr>
          <p:nvPr/>
        </p:nvCxnSpPr>
        <p:spPr>
          <a:xfrm>
            <a:off x="11350058" y="1843723"/>
            <a:ext cx="19841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8" name="Connecteur droit avec flèche 187">
            <a:extLst>
              <a:ext uri="{FF2B5EF4-FFF2-40B4-BE49-F238E27FC236}">
                <a16:creationId xmlns:a16="http://schemas.microsoft.com/office/drawing/2014/main" id="{EA12B221-46D1-7792-3768-9FED4ED0E067}"/>
              </a:ext>
            </a:extLst>
          </p:cNvPr>
          <p:cNvCxnSpPr>
            <a:cxnSpLocks/>
          </p:cNvCxnSpPr>
          <p:nvPr/>
        </p:nvCxnSpPr>
        <p:spPr>
          <a:xfrm>
            <a:off x="11548472" y="1843722"/>
            <a:ext cx="0" cy="158527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0" name="Connecteur droit avec flèche 189">
            <a:extLst>
              <a:ext uri="{FF2B5EF4-FFF2-40B4-BE49-F238E27FC236}">
                <a16:creationId xmlns:a16="http://schemas.microsoft.com/office/drawing/2014/main" id="{04D8A5D0-8DE7-CE27-6A73-7BC1C38553E1}"/>
              </a:ext>
            </a:extLst>
          </p:cNvPr>
          <p:cNvCxnSpPr>
            <a:cxnSpLocks/>
            <a:endCxn id="136" idx="3"/>
          </p:cNvCxnSpPr>
          <p:nvPr/>
        </p:nvCxnSpPr>
        <p:spPr>
          <a:xfrm flipH="1" flipV="1">
            <a:off x="7961302" y="3438441"/>
            <a:ext cx="3587170" cy="6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3" name="Connecteur droit avec flèche 192">
            <a:extLst>
              <a:ext uri="{FF2B5EF4-FFF2-40B4-BE49-F238E27FC236}">
                <a16:creationId xmlns:a16="http://schemas.microsoft.com/office/drawing/2014/main" id="{33C4C0B4-F994-2D81-51A7-C65DEFA8795E}"/>
              </a:ext>
            </a:extLst>
          </p:cNvPr>
          <p:cNvCxnSpPr>
            <a:cxnSpLocks/>
          </p:cNvCxnSpPr>
          <p:nvPr/>
        </p:nvCxnSpPr>
        <p:spPr>
          <a:xfrm flipV="1">
            <a:off x="2806475" y="2528503"/>
            <a:ext cx="0" cy="2393463"/>
          </a:xfrm>
          <a:prstGeom prst="straightConnector1">
            <a:avLst/>
          </a:prstGeom>
          <a:ln>
            <a:solidFill>
              <a:schemeClr val="accent5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avec flèche 195">
            <a:extLst>
              <a:ext uri="{FF2B5EF4-FFF2-40B4-BE49-F238E27FC236}">
                <a16:creationId xmlns:a16="http://schemas.microsoft.com/office/drawing/2014/main" id="{6FAB9DEE-4F0F-9567-7BE3-1E4C01E3D9B1}"/>
              </a:ext>
            </a:extLst>
          </p:cNvPr>
          <p:cNvCxnSpPr>
            <a:cxnSpLocks/>
          </p:cNvCxnSpPr>
          <p:nvPr/>
        </p:nvCxnSpPr>
        <p:spPr>
          <a:xfrm flipV="1">
            <a:off x="4723517" y="3867069"/>
            <a:ext cx="991483" cy="1378691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8" name="Connecteur droit avec flèche 197">
            <a:extLst>
              <a:ext uri="{FF2B5EF4-FFF2-40B4-BE49-F238E27FC236}">
                <a16:creationId xmlns:a16="http://schemas.microsoft.com/office/drawing/2014/main" id="{37C9576A-0834-8B02-E489-C61DDE58C2F6}"/>
              </a:ext>
            </a:extLst>
          </p:cNvPr>
          <p:cNvCxnSpPr>
            <a:cxnSpLocks/>
            <a:endCxn id="136" idx="2"/>
          </p:cNvCxnSpPr>
          <p:nvPr/>
        </p:nvCxnSpPr>
        <p:spPr>
          <a:xfrm flipV="1">
            <a:off x="5125390" y="3867069"/>
            <a:ext cx="1514711" cy="1721563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4" name="ZoneTexte 203">
            <a:extLst>
              <a:ext uri="{FF2B5EF4-FFF2-40B4-BE49-F238E27FC236}">
                <a16:creationId xmlns:a16="http://schemas.microsoft.com/office/drawing/2014/main" id="{73508532-C26E-8F7A-1493-60E72098CF08}"/>
              </a:ext>
            </a:extLst>
          </p:cNvPr>
          <p:cNvSpPr txBox="1"/>
          <p:nvPr/>
        </p:nvSpPr>
        <p:spPr>
          <a:xfrm>
            <a:off x="3554217" y="892172"/>
            <a:ext cx="938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sponsorise</a:t>
            </a:r>
          </a:p>
        </p:txBody>
      </p:sp>
      <p:sp>
        <p:nvSpPr>
          <p:cNvPr id="207" name="ZoneTexte 206">
            <a:extLst>
              <a:ext uri="{FF2B5EF4-FFF2-40B4-BE49-F238E27FC236}">
                <a16:creationId xmlns:a16="http://schemas.microsoft.com/office/drawing/2014/main" id="{83722EA1-FBB0-78BB-20F3-9DE32A79D11B}"/>
              </a:ext>
            </a:extLst>
          </p:cNvPr>
          <p:cNvSpPr txBox="1"/>
          <p:nvPr/>
        </p:nvSpPr>
        <p:spPr>
          <a:xfrm>
            <a:off x="6907093" y="853084"/>
            <a:ext cx="7671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1" dirty="0"/>
              <a:t>gère hiérarchiquement</a:t>
            </a:r>
          </a:p>
        </p:txBody>
      </p:sp>
      <p:sp>
        <p:nvSpPr>
          <p:cNvPr id="208" name="ZoneTexte 207">
            <a:extLst>
              <a:ext uri="{FF2B5EF4-FFF2-40B4-BE49-F238E27FC236}">
                <a16:creationId xmlns:a16="http://schemas.microsoft.com/office/drawing/2014/main" id="{9FC1D462-28E7-8E10-F081-82C13FF1FC15}"/>
              </a:ext>
            </a:extLst>
          </p:cNvPr>
          <p:cNvSpPr txBox="1"/>
          <p:nvPr/>
        </p:nvSpPr>
        <p:spPr>
          <a:xfrm>
            <a:off x="1713709" y="3244120"/>
            <a:ext cx="7671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1" dirty="0"/>
              <a:t>peut participer</a:t>
            </a:r>
          </a:p>
        </p:txBody>
      </p:sp>
      <p:sp>
        <p:nvSpPr>
          <p:cNvPr id="209" name="ZoneTexte 208">
            <a:extLst>
              <a:ext uri="{FF2B5EF4-FFF2-40B4-BE49-F238E27FC236}">
                <a16:creationId xmlns:a16="http://schemas.microsoft.com/office/drawing/2014/main" id="{EE18AEBA-D883-B808-8BC4-E605D424F28E}"/>
              </a:ext>
            </a:extLst>
          </p:cNvPr>
          <p:cNvSpPr txBox="1"/>
          <p:nvPr/>
        </p:nvSpPr>
        <p:spPr>
          <a:xfrm>
            <a:off x="4561391" y="1191362"/>
            <a:ext cx="938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pilote</a:t>
            </a:r>
          </a:p>
        </p:txBody>
      </p:sp>
      <p:sp>
        <p:nvSpPr>
          <p:cNvPr id="210" name="ZoneTexte 209">
            <a:extLst>
              <a:ext uri="{FF2B5EF4-FFF2-40B4-BE49-F238E27FC236}">
                <a16:creationId xmlns:a16="http://schemas.microsoft.com/office/drawing/2014/main" id="{73D7DB93-7B55-D8F6-1E25-F8606BC422CF}"/>
              </a:ext>
            </a:extLst>
          </p:cNvPr>
          <p:cNvSpPr txBox="1"/>
          <p:nvPr/>
        </p:nvSpPr>
        <p:spPr>
          <a:xfrm>
            <a:off x="6007819" y="1725768"/>
            <a:ext cx="938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constituent</a:t>
            </a:r>
          </a:p>
        </p:txBody>
      </p:sp>
      <p:sp>
        <p:nvSpPr>
          <p:cNvPr id="211" name="ZoneTexte 210">
            <a:extLst>
              <a:ext uri="{FF2B5EF4-FFF2-40B4-BE49-F238E27FC236}">
                <a16:creationId xmlns:a16="http://schemas.microsoft.com/office/drawing/2014/main" id="{F22CCA6C-91BC-7FB8-C831-168E3C14DAEE}"/>
              </a:ext>
            </a:extLst>
          </p:cNvPr>
          <p:cNvSpPr txBox="1"/>
          <p:nvPr/>
        </p:nvSpPr>
        <p:spPr>
          <a:xfrm>
            <a:off x="9443949" y="3461324"/>
            <a:ext cx="9389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constituent</a:t>
            </a:r>
          </a:p>
        </p:txBody>
      </p:sp>
      <p:sp>
        <p:nvSpPr>
          <p:cNvPr id="213" name="ZoneTexte 212">
            <a:extLst>
              <a:ext uri="{FF2B5EF4-FFF2-40B4-BE49-F238E27FC236}">
                <a16:creationId xmlns:a16="http://schemas.microsoft.com/office/drawing/2014/main" id="{D74EA521-C5EC-9A89-8947-CAAAEB2CCF1E}"/>
              </a:ext>
            </a:extLst>
          </p:cNvPr>
          <p:cNvSpPr txBox="1"/>
          <p:nvPr/>
        </p:nvSpPr>
        <p:spPr>
          <a:xfrm>
            <a:off x="5400297" y="4137394"/>
            <a:ext cx="1061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1" dirty="0"/>
              <a:t>peuvent participer</a:t>
            </a:r>
          </a:p>
        </p:txBody>
      </p:sp>
      <p:cxnSp>
        <p:nvCxnSpPr>
          <p:cNvPr id="214" name="Connecteur droit avec flèche 213">
            <a:extLst>
              <a:ext uri="{FF2B5EF4-FFF2-40B4-BE49-F238E27FC236}">
                <a16:creationId xmlns:a16="http://schemas.microsoft.com/office/drawing/2014/main" id="{3AA17737-14C7-07CB-DD17-55E74DC3AFFB}"/>
              </a:ext>
            </a:extLst>
          </p:cNvPr>
          <p:cNvCxnSpPr>
            <a:cxnSpLocks/>
            <a:stCxn id="64" idx="1"/>
          </p:cNvCxnSpPr>
          <p:nvPr/>
        </p:nvCxnSpPr>
        <p:spPr>
          <a:xfrm flipH="1">
            <a:off x="4364920" y="5087869"/>
            <a:ext cx="3293020" cy="852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Connecteur droit avec flèche 215">
            <a:extLst>
              <a:ext uri="{FF2B5EF4-FFF2-40B4-BE49-F238E27FC236}">
                <a16:creationId xmlns:a16="http://schemas.microsoft.com/office/drawing/2014/main" id="{D2C7340B-3746-838F-D275-6A620C9620A1}"/>
              </a:ext>
            </a:extLst>
          </p:cNvPr>
          <p:cNvCxnSpPr>
            <a:cxnSpLocks/>
          </p:cNvCxnSpPr>
          <p:nvPr/>
        </p:nvCxnSpPr>
        <p:spPr>
          <a:xfrm flipH="1">
            <a:off x="4737930" y="5441619"/>
            <a:ext cx="3293020" cy="852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7" name="ZoneTexte 216">
            <a:extLst>
              <a:ext uri="{FF2B5EF4-FFF2-40B4-BE49-F238E27FC236}">
                <a16:creationId xmlns:a16="http://schemas.microsoft.com/office/drawing/2014/main" id="{41AF823D-29E2-D679-D878-803950C77EDD}"/>
              </a:ext>
            </a:extLst>
          </p:cNvPr>
          <p:cNvSpPr txBox="1"/>
          <p:nvPr/>
        </p:nvSpPr>
        <p:spPr>
          <a:xfrm>
            <a:off x="5561025" y="5140291"/>
            <a:ext cx="10614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1" dirty="0"/>
              <a:t>interagissent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FD2F66D1-D511-CEDC-5A1E-0213D5645DC7}"/>
              </a:ext>
            </a:extLst>
          </p:cNvPr>
          <p:cNvSpPr/>
          <p:nvPr/>
        </p:nvSpPr>
        <p:spPr>
          <a:xfrm>
            <a:off x="1966023" y="940226"/>
            <a:ext cx="948551" cy="26496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DPO</a:t>
            </a:r>
          </a:p>
        </p:txBody>
      </p:sp>
      <p:cxnSp>
        <p:nvCxnSpPr>
          <p:cNvPr id="229" name="Connecteur droit avec flèche 228">
            <a:extLst>
              <a:ext uri="{FF2B5EF4-FFF2-40B4-BE49-F238E27FC236}">
                <a16:creationId xmlns:a16="http://schemas.microsoft.com/office/drawing/2014/main" id="{0B748CBE-2F66-5A1B-E1D2-50402774AA36}"/>
              </a:ext>
            </a:extLst>
          </p:cNvPr>
          <p:cNvCxnSpPr>
            <a:cxnSpLocks/>
          </p:cNvCxnSpPr>
          <p:nvPr/>
        </p:nvCxnSpPr>
        <p:spPr>
          <a:xfrm>
            <a:off x="2430578" y="1218573"/>
            <a:ext cx="250186" cy="40361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ZoneTexte 231">
            <a:extLst>
              <a:ext uri="{FF2B5EF4-FFF2-40B4-BE49-F238E27FC236}">
                <a16:creationId xmlns:a16="http://schemas.microsoft.com/office/drawing/2014/main" id="{66B07C56-D5C6-BDA0-CA32-594D1EDDEF0A}"/>
              </a:ext>
            </a:extLst>
          </p:cNvPr>
          <p:cNvSpPr txBox="1"/>
          <p:nvPr/>
        </p:nvSpPr>
        <p:spPr>
          <a:xfrm>
            <a:off x="1795414" y="1281376"/>
            <a:ext cx="72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1" dirty="0"/>
              <a:t>participe</a:t>
            </a:r>
          </a:p>
        </p:txBody>
      </p:sp>
    </p:spTree>
    <p:extLst>
      <p:ext uri="{BB962C8B-B14F-4D97-AF65-F5344CB8AC3E}">
        <p14:creationId xmlns:p14="http://schemas.microsoft.com/office/powerpoint/2010/main" val="39155289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64</Words>
  <Application>Microsoft Office PowerPoint</Application>
  <PresentationFormat>Grand écran</PresentationFormat>
  <Paragraphs>32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Loic Valentini</dc:creator>
  <cp:lastModifiedBy>Loic Valentini</cp:lastModifiedBy>
  <cp:revision>4</cp:revision>
  <dcterms:created xsi:type="dcterms:W3CDTF">2025-05-17T16:49:21Z</dcterms:created>
  <dcterms:modified xsi:type="dcterms:W3CDTF">2025-05-17T20:56:16Z</dcterms:modified>
</cp:coreProperties>
</file>